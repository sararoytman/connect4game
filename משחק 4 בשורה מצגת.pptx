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958" r:id="rId1"/>
  </p:sldMasterIdLst>
  <p:sldIdLst>
    <p:sldId id="256" r:id="rId2"/>
    <p:sldId id="257" r:id="rId3"/>
    <p:sldId id="258" r:id="rId4"/>
    <p:sldId id="271" r:id="rId5"/>
    <p:sldId id="269" r:id="rId6"/>
    <p:sldId id="270" r:id="rId7"/>
    <p:sldId id="259" r:id="rId8"/>
    <p:sldId id="263" r:id="rId9"/>
    <p:sldId id="260" r:id="rId10"/>
    <p:sldId id="261" r:id="rId11"/>
    <p:sldId id="262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79DE3A-6996-4481-8815-699FA04D3B0B}" v="44" dt="2026-01-14T12:41:05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94" autoAdjust="0"/>
    <p:restoredTop sz="94660"/>
  </p:normalViewPr>
  <p:slideViewPr>
    <p:cSldViewPr snapToGrid="0">
      <p:cViewPr varScale="1">
        <p:scale>
          <a:sx n="70" d="100"/>
          <a:sy n="70" d="100"/>
        </p:scale>
        <p:origin x="39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0426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1127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048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57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859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08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5996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518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4156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582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4433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5678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0299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8893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43074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880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6679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43F3B-D8C8-4B6A-A007-A722DD79265D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BECB3-604F-4371-B8B8-2C7603834A3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8996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9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  <p:sldLayoutId id="2147483970" r:id="rId12"/>
    <p:sldLayoutId id="2147483971" r:id="rId13"/>
    <p:sldLayoutId id="2147483972" r:id="rId14"/>
    <p:sldLayoutId id="2147483973" r:id="rId15"/>
    <p:sldLayoutId id="2147483974" r:id="rId16"/>
    <p:sldLayoutId id="214748397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9286DB-3C19-52E1-C253-D48F1039A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5640" y="-89722"/>
            <a:ext cx="7197726" cy="2421464"/>
          </a:xfrm>
        </p:spPr>
        <p:txBody>
          <a:bodyPr>
            <a:noAutofit/>
          </a:bodyPr>
          <a:lstStyle/>
          <a:p>
            <a:pPr algn="ctr"/>
            <a:r>
              <a:rPr lang="he-IL" sz="9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משחק 4 בשורה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5F1C24B-62B4-D468-D208-6662B0469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4792" y="2591049"/>
            <a:ext cx="9558788" cy="2241645"/>
          </a:xfrm>
        </p:spPr>
        <p:txBody>
          <a:bodyPr>
            <a:normAutofit/>
          </a:bodyPr>
          <a:lstStyle/>
          <a:p>
            <a:pPr algn="r"/>
            <a:r>
              <a:rPr lang="he-IL" sz="54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מגישים: שרה רויטמן,</a:t>
            </a:r>
          </a:p>
          <a:p>
            <a:pPr algn="r"/>
            <a:r>
              <a:rPr lang="en-US" sz="54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Gemini pro</a:t>
            </a:r>
          </a:p>
          <a:p>
            <a:endParaRPr lang="en-US" sz="5400" dirty="0">
              <a:solidFill>
                <a:srgbClr val="FF66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he-IL" sz="5400" dirty="0">
              <a:solidFill>
                <a:srgbClr val="FF66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תמונה 4" descr="תמונה שמכילה טקסט, גופן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ACE8B59-6A18-483C-98C0-D66DC708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" r="47632" b="63383"/>
          <a:stretch>
            <a:fillRect/>
          </a:stretch>
        </p:blipFill>
        <p:spPr>
          <a:xfrm>
            <a:off x="752499" y="2113378"/>
            <a:ext cx="4256229" cy="427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4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56A569-E28F-B7F4-7545-F0BE992DD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831" y="-181971"/>
            <a:ext cx="10131425" cy="1456267"/>
          </a:xfrm>
        </p:spPr>
        <p:txBody>
          <a:bodyPr/>
          <a:lstStyle/>
          <a:p>
            <a:pPr algn="ctr"/>
            <a:r>
              <a:rPr lang="he-IL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תפריט:</a:t>
            </a:r>
          </a:p>
        </p:txBody>
      </p:sp>
      <p:pic>
        <p:nvPicPr>
          <p:cNvPr id="5" name="מציין מיקום תוכן 4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C6BFB91-0CAB-4B4F-CDD0-6A941DAFF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013" y="868607"/>
            <a:ext cx="6795973" cy="2973238"/>
          </a:xfr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6FDD6F88-D459-3D2A-828E-668918A1B75C}"/>
              </a:ext>
            </a:extLst>
          </p:cNvPr>
          <p:cNvSpPr txBox="1"/>
          <p:nvPr/>
        </p:nvSpPr>
        <p:spPr>
          <a:xfrm>
            <a:off x="4053386" y="4060209"/>
            <a:ext cx="4858603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1:שחקן נגד שחקן</a:t>
            </a:r>
          </a:p>
          <a:p>
            <a:pPr algn="r"/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2:שחקן נגד מחשב</a:t>
            </a:r>
          </a:p>
          <a:p>
            <a:pPr algn="r"/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3:סטטיסטיקת המשחק</a:t>
            </a:r>
          </a:p>
          <a:p>
            <a:pPr algn="r"/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4:יציאה</a:t>
            </a:r>
          </a:p>
        </p:txBody>
      </p:sp>
    </p:spTree>
    <p:extLst>
      <p:ext uri="{BB962C8B-B14F-4D97-AF65-F5344CB8AC3E}">
        <p14:creationId xmlns:p14="http://schemas.microsoft.com/office/powerpoint/2010/main" val="287631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D4BFDAD-9B69-50A6-E364-B67FDE8CB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390" y="49767"/>
            <a:ext cx="10353762" cy="970450"/>
          </a:xfrm>
        </p:spPr>
        <p:txBody>
          <a:bodyPr>
            <a:normAutofit/>
          </a:bodyPr>
          <a:lstStyle/>
          <a:p>
            <a:r>
              <a:rPr lang="he-IL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בחירה מבין 2 הרמות</a:t>
            </a:r>
          </a:p>
        </p:txBody>
      </p:sp>
      <p:pic>
        <p:nvPicPr>
          <p:cNvPr id="5" name="מציין מיקום תוכן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BD6861E-28AC-4DC7-ED55-A5426BE48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274" y="1020217"/>
            <a:ext cx="6665287" cy="3633480"/>
          </a:xfr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D917D0C-FAB9-325E-F892-92FBDBC58D07}"/>
              </a:ext>
            </a:extLst>
          </p:cNvPr>
          <p:cNvSpPr txBox="1"/>
          <p:nvPr/>
        </p:nvSpPr>
        <p:spPr>
          <a:xfrm>
            <a:off x="-116006" y="4904463"/>
            <a:ext cx="11750722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3600" dirty="0">
                <a:solidFill>
                  <a:srgbClr val="92D050"/>
                </a:solidFill>
                <a:latin typeface="Guttman Kav" panose="02010401010101010101" pitchFamily="2" charset="-79"/>
                <a:cs typeface="Guttman Kav" panose="02010401010101010101" pitchFamily="2" charset="-79"/>
              </a:rPr>
              <a:t>רמה 1 (קלה)-&gt; מגיעים לניצחון ב4 בשורה או בעמודה</a:t>
            </a:r>
          </a:p>
          <a:p>
            <a:pPr algn="r"/>
            <a:r>
              <a:rPr lang="he-IL" sz="3600" dirty="0">
                <a:solidFill>
                  <a:srgbClr val="92D050"/>
                </a:solidFill>
                <a:latin typeface="Guttman Kav" panose="02010401010101010101" pitchFamily="2" charset="-79"/>
                <a:cs typeface="Guttman Kav" panose="02010401010101010101" pitchFamily="2" charset="-79"/>
              </a:rPr>
              <a:t>רמה 2 (בינונית)-&gt; מגיעים לניצחון ב4 באלכסון</a:t>
            </a:r>
          </a:p>
        </p:txBody>
      </p:sp>
    </p:spTree>
    <p:extLst>
      <p:ext uri="{BB962C8B-B14F-4D97-AF65-F5344CB8AC3E}">
        <p14:creationId xmlns:p14="http://schemas.microsoft.com/office/powerpoint/2010/main" val="2707014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710564-6D8C-3046-AF54-B2B0EA50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sz="88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סטטיסטיקה</a:t>
            </a:r>
          </a:p>
        </p:txBody>
      </p:sp>
      <p:pic>
        <p:nvPicPr>
          <p:cNvPr id="5" name="מציין מיקום תוכן 4" descr="תמונה שמכילה טקסט, גופן, צילום מסך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8EA9ADC-1258-F389-2065-AF7A988A1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74" t="43662"/>
          <a:stretch>
            <a:fillRect/>
          </a:stretch>
        </p:blipFill>
        <p:spPr>
          <a:xfrm>
            <a:off x="3557517" y="1985750"/>
            <a:ext cx="5738883" cy="4384488"/>
          </a:xfrm>
        </p:spPr>
      </p:pic>
    </p:spTree>
    <p:extLst>
      <p:ext uri="{BB962C8B-B14F-4D97-AF65-F5344CB8AC3E}">
        <p14:creationId xmlns:p14="http://schemas.microsoft.com/office/powerpoint/2010/main" val="1158927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F9F403-FDA0-B940-8D85-FDE1B465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842" y="696135"/>
            <a:ext cx="8610600" cy="1293028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header</a:t>
            </a:r>
            <a:endParaRPr lang="he-IL" sz="6600" dirty="0">
              <a:solidFill>
                <a:srgbClr val="FF66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מציין מיקום תוכן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4D61E0D-45AF-583A-8C6B-10B53D016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" b="8635"/>
          <a:stretch>
            <a:fillRect/>
          </a:stretch>
        </p:blipFill>
        <p:spPr>
          <a:xfrm>
            <a:off x="2284863" y="2412289"/>
            <a:ext cx="7622274" cy="4193227"/>
          </a:xfrm>
        </p:spPr>
      </p:pic>
    </p:spTree>
    <p:extLst>
      <p:ext uri="{BB962C8B-B14F-4D97-AF65-F5344CB8AC3E}">
        <p14:creationId xmlns:p14="http://schemas.microsoft.com/office/powerpoint/2010/main" val="2654136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2E73DF-2560-5088-7599-E2F4A13D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54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בחירות מהתפריט הראשי:</a:t>
            </a:r>
          </a:p>
        </p:txBody>
      </p:sp>
      <p:pic>
        <p:nvPicPr>
          <p:cNvPr id="5" name="מציין מיקום תוכן 4" descr="תמונה שמכילה טקסט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18F7DEA-75CE-A2CF-C8F4-1B5806039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3" b="60549"/>
          <a:stretch>
            <a:fillRect/>
          </a:stretch>
        </p:blipFill>
        <p:spPr>
          <a:xfrm>
            <a:off x="300249" y="2074506"/>
            <a:ext cx="6198959" cy="3391422"/>
          </a:xfrm>
        </p:spPr>
      </p:pic>
      <p:pic>
        <p:nvPicPr>
          <p:cNvPr id="7" name="תמונה 6" descr="תמונה שמכילה טקסט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113C74C-4A17-E0F8-6CDF-006E1B2D7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06" t="39702" b="2189"/>
          <a:stretch>
            <a:fillRect/>
          </a:stretch>
        </p:blipFill>
        <p:spPr>
          <a:xfrm>
            <a:off x="6850907" y="2279176"/>
            <a:ext cx="5234185" cy="448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0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6214E6-CF12-BA8E-58FF-BA9CCF5D1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he-IL" sz="6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הלוגיקה של המשחק:</a:t>
            </a:r>
            <a:br>
              <a:rPr lang="he-IL" sz="2000" dirty="0"/>
            </a:br>
            <a:endParaRPr lang="he-IL" sz="2000" dirty="0"/>
          </a:p>
        </p:txBody>
      </p:sp>
      <p:sp>
        <p:nvSpPr>
          <p:cNvPr id="17" name="מציין מיקום תוכן 16">
            <a:extLst>
              <a:ext uri="{FF2B5EF4-FFF2-40B4-BE49-F238E27FC236}">
                <a16:creationId xmlns:a16="http://schemas.microsoft.com/office/drawing/2014/main" id="{6739327E-1D42-4C70-7615-3262842BD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243" y="1889584"/>
            <a:ext cx="11324229" cy="44361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e-IL" sz="3600" dirty="0">
              <a:solidFill>
                <a:srgbClr val="FF669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1.איפוס הלוח לפני כל משחק חדש</a:t>
            </a:r>
            <a:b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2.הדפסת לוח ריק עם שורות ועמודות</a:t>
            </a:r>
            <a:b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3.השחקן בוחר מספר עמודה מ1 עד 7</a:t>
            </a:r>
            <a:b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4.השחקן מכניס את הסמל שנבחר לו</a:t>
            </a:r>
            <a:b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5.רמה קלה-&gt;ניצחון בשורה או בעמודה</a:t>
            </a:r>
            <a:b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he-IL" sz="36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6.רמה בינונית-&gt;ניצחון באלכסון</a:t>
            </a:r>
          </a:p>
        </p:txBody>
      </p:sp>
    </p:spTree>
    <p:extLst>
      <p:ext uri="{BB962C8B-B14F-4D97-AF65-F5344CB8AC3E}">
        <p14:creationId xmlns:p14="http://schemas.microsoft.com/office/powerpoint/2010/main" val="412452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4E6678A-28F5-8125-C5A2-32896D3D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93209" y="365125"/>
            <a:ext cx="10515600" cy="1325563"/>
          </a:xfrm>
        </p:spPr>
        <p:txBody>
          <a:bodyPr/>
          <a:lstStyle/>
          <a:p>
            <a:r>
              <a:rPr lang="he-IL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איפוס הלוח והדפסה של לוח ריק</a:t>
            </a:r>
          </a:p>
        </p:txBody>
      </p:sp>
      <p:pic>
        <p:nvPicPr>
          <p:cNvPr id="13" name="מציין מיקום תוכן 12" descr="תמונה שמכילה טקסט, צילום מסך, תצוגה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0EA2AD0-40EF-925B-0C6F-B79345683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3" t="27524" r="61090" b="29696"/>
          <a:stretch>
            <a:fillRect/>
          </a:stretch>
        </p:blipFill>
        <p:spPr>
          <a:xfrm>
            <a:off x="1769302" y="1532198"/>
            <a:ext cx="6890201" cy="5144136"/>
          </a:xfrm>
        </p:spPr>
      </p:pic>
    </p:spTree>
    <p:extLst>
      <p:ext uri="{BB962C8B-B14F-4D97-AF65-F5344CB8AC3E}">
        <p14:creationId xmlns:p14="http://schemas.microsoft.com/office/powerpoint/2010/main" val="1349961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848D7E-5E2F-4D71-C3B4-0820737B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41729" y="-191934"/>
            <a:ext cx="10515600" cy="1325563"/>
          </a:xfrm>
        </p:spPr>
        <p:txBody>
          <a:bodyPr/>
          <a:lstStyle/>
          <a:p>
            <a:r>
              <a:rPr lang="he-IL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בחירת עמודה ומיקום התו</a:t>
            </a:r>
          </a:p>
        </p:txBody>
      </p:sp>
      <p:pic>
        <p:nvPicPr>
          <p:cNvPr id="9" name="מציין מיקום תוכן 8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7E7D95E-03CE-FB5C-E32E-586039CBA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975" y="1020406"/>
            <a:ext cx="7763093" cy="5612908"/>
          </a:xfrm>
        </p:spPr>
      </p:pic>
    </p:spTree>
    <p:extLst>
      <p:ext uri="{BB962C8B-B14F-4D97-AF65-F5344CB8AC3E}">
        <p14:creationId xmlns:p14="http://schemas.microsoft.com/office/powerpoint/2010/main" val="3284180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EC4F2C-2CC7-F9C9-AD1E-706B8761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3090" cy="1325563"/>
          </a:xfrm>
        </p:spPr>
        <p:txBody>
          <a:bodyPr/>
          <a:lstStyle/>
          <a:p>
            <a:r>
              <a:rPr lang="he-IL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רמה קלה: ניצחון של 4 בשורה או בעמודה</a:t>
            </a:r>
          </a:p>
        </p:txBody>
      </p:sp>
      <p:pic>
        <p:nvPicPr>
          <p:cNvPr id="5" name="מציין מיקום תוכן 4" descr="תמונה שמכילה טקסט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7548980-D2B2-8B09-2C3D-86440F1F4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27" y="1743739"/>
            <a:ext cx="6913099" cy="4667250"/>
          </a:xfrm>
        </p:spPr>
      </p:pic>
    </p:spTree>
    <p:extLst>
      <p:ext uri="{BB962C8B-B14F-4D97-AF65-F5344CB8AC3E}">
        <p14:creationId xmlns:p14="http://schemas.microsoft.com/office/powerpoint/2010/main" val="137381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1FA869-5341-D6A0-8D52-61F8C9BDF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2863" y="-91712"/>
            <a:ext cx="10515600" cy="1325563"/>
          </a:xfrm>
        </p:spPr>
        <p:txBody>
          <a:bodyPr/>
          <a:lstStyle/>
          <a:p>
            <a:r>
              <a:rPr lang="he-IL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רמה בינונית: ניצחון באלכסון</a:t>
            </a:r>
          </a:p>
        </p:txBody>
      </p:sp>
      <p:pic>
        <p:nvPicPr>
          <p:cNvPr id="5" name="מציין מיקום תוכן 4" descr="תמונה שמכילה טקסט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6C9613D-56D9-AA94-348C-23DDDFA0E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099" y="981367"/>
            <a:ext cx="6835570" cy="5151673"/>
          </a:xfrm>
        </p:spPr>
      </p:pic>
    </p:spTree>
    <p:extLst>
      <p:ext uri="{BB962C8B-B14F-4D97-AF65-F5344CB8AC3E}">
        <p14:creationId xmlns:p14="http://schemas.microsoft.com/office/powerpoint/2010/main" val="1100958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0BA50C-10E1-0CAE-B3C4-1161A838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60343" y="228647"/>
            <a:ext cx="10515600" cy="1325563"/>
          </a:xfrm>
        </p:spPr>
        <p:txBody>
          <a:bodyPr/>
          <a:lstStyle/>
          <a:p>
            <a:r>
              <a:rPr lang="he-IL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שחקן נגד שחקן</a:t>
            </a:r>
          </a:p>
        </p:txBody>
      </p:sp>
      <p:pic>
        <p:nvPicPr>
          <p:cNvPr id="5" name="מציין מיקום תוכן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0E7982C-90C7-2F7A-DDAE-689D44B76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" r="12165" b="86598"/>
          <a:stretch>
            <a:fillRect/>
          </a:stretch>
        </p:blipFill>
        <p:spPr>
          <a:xfrm>
            <a:off x="352494" y="1880216"/>
            <a:ext cx="6669279" cy="1325563"/>
          </a:xfrm>
        </p:spPr>
      </p:pic>
      <p:pic>
        <p:nvPicPr>
          <p:cNvPr id="7" name="תמונה 6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A2EF4B6-AD5C-4C34-1BD6-E17706BD28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" t="13035" r="1" b="60995"/>
          <a:stretch>
            <a:fillRect/>
          </a:stretch>
        </p:blipFill>
        <p:spPr>
          <a:xfrm>
            <a:off x="429905" y="3753134"/>
            <a:ext cx="6993108" cy="236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66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729301-2EC4-AF92-13BC-80CA26C3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877" y="155728"/>
            <a:ext cx="10353762" cy="970450"/>
          </a:xfrm>
        </p:spPr>
        <p:txBody>
          <a:bodyPr/>
          <a:lstStyle/>
          <a:p>
            <a:r>
              <a:rPr lang="he-IL" dirty="0">
                <a:solidFill>
                  <a:srgbClr val="92D050"/>
                </a:solidFill>
              </a:rPr>
              <a:t>בדיקת ניצחון וטיפול במקרה של ניצחון</a:t>
            </a:r>
          </a:p>
        </p:txBody>
      </p:sp>
      <p:pic>
        <p:nvPicPr>
          <p:cNvPr id="5" name="מציין מיקום תוכן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4FA940D-078E-7B37-7583-0EDA0D46C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2" t="41796" r="7885" b="39080"/>
          <a:stretch>
            <a:fillRect/>
          </a:stretch>
        </p:blipFill>
        <p:spPr>
          <a:xfrm>
            <a:off x="5384217" y="972403"/>
            <a:ext cx="6475689" cy="2006222"/>
          </a:xfrm>
        </p:spPr>
      </p:pic>
      <p:pic>
        <p:nvPicPr>
          <p:cNvPr id="7" name="תמונה 6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47A6F12-5E45-C65E-AA9D-8F2E00FAD3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47" t="62388" r="20822" b="14129"/>
          <a:stretch>
            <a:fillRect/>
          </a:stretch>
        </p:blipFill>
        <p:spPr>
          <a:xfrm>
            <a:off x="6507538" y="3152396"/>
            <a:ext cx="4565001" cy="2006221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9C038B2-1236-0D91-5165-8E8EF7806B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67" t="90249" r="35691"/>
          <a:stretch>
            <a:fillRect/>
          </a:stretch>
        </p:blipFill>
        <p:spPr>
          <a:xfrm>
            <a:off x="6872462" y="5653585"/>
            <a:ext cx="4532177" cy="982640"/>
          </a:xfrm>
          <a:prstGeom prst="rect">
            <a:avLst/>
          </a:prstGeom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EDA7C39C-96F8-6988-5A2F-A0AE27450366}"/>
              </a:ext>
            </a:extLst>
          </p:cNvPr>
          <p:cNvSpPr txBox="1"/>
          <p:nvPr/>
        </p:nvSpPr>
        <p:spPr>
          <a:xfrm>
            <a:off x="1223311" y="1382511"/>
            <a:ext cx="3717684" cy="1477328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/>
            <a:r>
              <a:rPr lang="he-IL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חלוקה לפי מצבים:</a:t>
            </a:r>
          </a:p>
          <a:p>
            <a:pPr algn="r"/>
            <a:r>
              <a:rPr lang="he-IL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רמה </a:t>
            </a:r>
            <a:r>
              <a:rPr lang="he-IL" sz="2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קלה:ניצחון</a:t>
            </a:r>
            <a:r>
              <a:rPr lang="he-IL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בשורה או עמודה</a:t>
            </a:r>
          </a:p>
          <a:p>
            <a:pPr algn="r"/>
            <a:r>
              <a:rPr lang="he-IL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רמה בינונית: ניצחון באלכסון</a:t>
            </a:r>
          </a:p>
          <a:p>
            <a:endParaRPr lang="he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D7EC5DB-54DF-C254-90C4-ED16DD0C16BB}"/>
              </a:ext>
            </a:extLst>
          </p:cNvPr>
          <p:cNvSpPr txBox="1"/>
          <p:nvPr/>
        </p:nvSpPr>
        <p:spPr>
          <a:xfrm>
            <a:off x="3524775" y="3731329"/>
            <a:ext cx="2483372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מקרה של ניצחון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B80B152A-B60C-FD1F-52D8-359299098419}"/>
              </a:ext>
            </a:extLst>
          </p:cNvPr>
          <p:cNvSpPr txBox="1"/>
          <p:nvPr/>
        </p:nvSpPr>
        <p:spPr>
          <a:xfrm>
            <a:off x="3949570" y="5653585"/>
            <a:ext cx="2278188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מקרה של תיקו</a:t>
            </a:r>
          </a:p>
        </p:txBody>
      </p:sp>
    </p:spTree>
    <p:extLst>
      <p:ext uri="{BB962C8B-B14F-4D97-AF65-F5344CB8AC3E}">
        <p14:creationId xmlns:p14="http://schemas.microsoft.com/office/powerpoint/2010/main" val="864667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4E6345-B108-7B64-BC0C-6CB06AFC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sz="5400" dirty="0">
                <a:solidFill>
                  <a:srgbClr val="FF6699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שחקן מול מחשב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EA851F5-6391-B676-D699-D8B6BEA58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e-IL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דרך החשיבה של המחשב:</a:t>
            </a:r>
          </a:p>
          <a:p>
            <a:pPr marL="0" indent="0">
              <a:buNone/>
            </a:pPr>
            <a:r>
              <a:rPr lang="he-IL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המחשב מגריל מספרים ממה שנתון לו לפי כמות השורות והעמודות</a:t>
            </a:r>
          </a:p>
          <a:p>
            <a:pPr marL="0" indent="0">
              <a:buNone/>
            </a:pPr>
            <a:r>
              <a:rPr lang="he-IL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אם המקום שבחר פנוי-&gt; הוא מכניס לשם את העיגול</a:t>
            </a:r>
          </a:p>
          <a:p>
            <a:pPr marL="0" indent="0">
              <a:buNone/>
            </a:pPr>
            <a:r>
              <a:rPr lang="he-IL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אם המקום תפוס-&gt; מגריל מחדש</a:t>
            </a:r>
          </a:p>
          <a:p>
            <a:pPr marL="0" indent="0">
              <a:buNone/>
            </a:pPr>
            <a:r>
              <a:rPr lang="he-IL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ההגרלה היא רנדומלית לגמרי כך שלפעמים המהלך יהיה חכם ולפעמים חסר משמעות</a:t>
            </a:r>
          </a:p>
        </p:txBody>
      </p:sp>
    </p:spTree>
    <p:extLst>
      <p:ext uri="{BB962C8B-B14F-4D97-AF65-F5344CB8AC3E}">
        <p14:creationId xmlns:p14="http://schemas.microsoft.com/office/powerpoint/2010/main" val="243958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88AC08-7CBA-6503-FE5E-C1A4652D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פונקציות נוספות</a:t>
            </a:r>
          </a:p>
        </p:txBody>
      </p:sp>
      <p:pic>
        <p:nvPicPr>
          <p:cNvPr id="5" name="מציין מיקום תוכן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CCDE2E5-589C-024E-D554-4011842A8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4" r="7655" b="78129"/>
          <a:stretch>
            <a:fillRect/>
          </a:stretch>
        </p:blipFill>
        <p:spPr>
          <a:xfrm>
            <a:off x="1173708" y="2199493"/>
            <a:ext cx="5315382" cy="1383043"/>
          </a:xfrm>
        </p:spPr>
      </p:pic>
      <p:pic>
        <p:nvPicPr>
          <p:cNvPr id="7" name="תמונה 6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0039CD1-0F30-09E8-F64F-4E5E100E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6" t="21990" r="-1" b="56617"/>
          <a:stretch>
            <a:fillRect/>
          </a:stretch>
        </p:blipFill>
        <p:spPr>
          <a:xfrm>
            <a:off x="1098645" y="4032913"/>
            <a:ext cx="6240541" cy="146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29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6AFD12-31D9-2226-4E3D-54DC8B17F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95568" y="-108228"/>
            <a:ext cx="10515600" cy="1325563"/>
          </a:xfrm>
        </p:spPr>
        <p:txBody>
          <a:bodyPr/>
          <a:lstStyle/>
          <a:p>
            <a:r>
              <a:rPr lang="he-IL" dirty="0"/>
              <a:t>הלולאה הראשית</a:t>
            </a:r>
          </a:p>
        </p:txBody>
      </p:sp>
      <p:pic>
        <p:nvPicPr>
          <p:cNvPr id="5" name="מציין מיקום תוכן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EE2C421-66EC-2878-0CC1-77554CD2F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335" t="41633" r="8000" b="-2166"/>
          <a:stretch>
            <a:fillRect/>
          </a:stretch>
        </p:blipFill>
        <p:spPr>
          <a:xfrm>
            <a:off x="2772768" y="859808"/>
            <a:ext cx="6296167" cy="4889984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D87C51E-7469-4B52-A983-565725EABCAB}"/>
              </a:ext>
            </a:extLst>
          </p:cNvPr>
          <p:cNvSpPr txBox="1"/>
          <p:nvPr/>
        </p:nvSpPr>
        <p:spPr>
          <a:xfrm>
            <a:off x="1207828" y="5667906"/>
            <a:ext cx="10269940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sz="3200" dirty="0"/>
              <a:t>שאר החלקים בקוד הם בדיוק כמו במצב השני:</a:t>
            </a:r>
          </a:p>
          <a:p>
            <a:pPr algn="r"/>
            <a:r>
              <a:rPr lang="he-IL" sz="3200" dirty="0"/>
              <a:t>חישוב ניצחון, סטטיסטיקה וטיפול במצב של תיקו או לוח מלא.</a:t>
            </a:r>
          </a:p>
        </p:txBody>
      </p:sp>
    </p:spTree>
    <p:extLst>
      <p:ext uri="{BB962C8B-B14F-4D97-AF65-F5344CB8AC3E}">
        <p14:creationId xmlns:p14="http://schemas.microsoft.com/office/powerpoint/2010/main" val="3673937282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שובל אדים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שובל אדים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שובל אדים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298</TotalTime>
  <Words>244</Words>
  <Application>Microsoft Office PowerPoint</Application>
  <PresentationFormat>מסך רחב</PresentationFormat>
  <Paragraphs>38</Paragraphs>
  <Slides>16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1" baseType="lpstr">
      <vt:lpstr>Aharoni</vt:lpstr>
      <vt:lpstr>Arial</vt:lpstr>
      <vt:lpstr>Century Gothic</vt:lpstr>
      <vt:lpstr>Guttman Kav</vt:lpstr>
      <vt:lpstr>שובל אדים</vt:lpstr>
      <vt:lpstr>משחק 4 בשורה</vt:lpstr>
      <vt:lpstr>תפריט:</vt:lpstr>
      <vt:lpstr>בחירה מבין 2 הרמות</vt:lpstr>
      <vt:lpstr>סטטיסטיקה</vt:lpstr>
      <vt:lpstr>header</vt:lpstr>
      <vt:lpstr>בחירות מהתפריט הראשי:</vt:lpstr>
      <vt:lpstr>הלוגיקה של המשחק: </vt:lpstr>
      <vt:lpstr>איפוס הלוח והדפסה של לוח ריק</vt:lpstr>
      <vt:lpstr>בחירת עמודה ומיקום התו</vt:lpstr>
      <vt:lpstr>רמה קלה: ניצחון של 4 בשורה או בעמודה</vt:lpstr>
      <vt:lpstr>רמה בינונית: ניצחון באלכסון</vt:lpstr>
      <vt:lpstr>שחקן נגד שחקן</vt:lpstr>
      <vt:lpstr>בדיקת ניצחון וטיפול במקרה של ניצחון</vt:lpstr>
      <vt:lpstr>שחקן מול מחשב</vt:lpstr>
      <vt:lpstr>פונקציות נוספות</vt:lpstr>
      <vt:lpstr>הלולאה הראשית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Roytman</dc:creator>
  <cp:lastModifiedBy>Sara Roytman</cp:lastModifiedBy>
  <cp:revision>2</cp:revision>
  <dcterms:created xsi:type="dcterms:W3CDTF">2026-01-13T12:18:30Z</dcterms:created>
  <dcterms:modified xsi:type="dcterms:W3CDTF">2026-01-14T14:27:03Z</dcterms:modified>
</cp:coreProperties>
</file>